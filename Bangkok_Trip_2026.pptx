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268193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13455" y="731520"/>
            <a:ext cx="2681935" cy="10972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731520"/>
            <a:ext cx="2681935" cy="109728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77325" y="731520"/>
            <a:ext cx="2681935" cy="10972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18872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124"/>
                </a:solidFill>
              </a:defRPr>
            </a:pPr>
            <a:r>
              <a:t>🇹🇭 曼谷五天四夜・男子三劍客度假藍圖</a:t>
            </a:r>
          </a:p>
          <a:p>
            <a:pPr>
              <a:defRPr sz="1400" b="1">
                <a:solidFill>
                  <a:srgbClr val="1A73E8"/>
                </a:solidFill>
              </a:defRPr>
            </a:pPr>
            <a:r>
              <a:t>2026/11/13 (五) - 11/17 (二)  ｜  泰國航空 TG 633 / TG 634  ｜  曼谷日航酒店 (Hotel Nikko Bangkok)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17520"/>
            <a:ext cx="2377440" cy="265176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02124"/>
                </a:solidFill>
              </a:defRPr>
            </a:pPr>
            <a:r>
              <a:t>♨️ 通羅日航大本營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日航 2F 附設 Let's Relax 頂級泰式草本按摩與 Spa，早餐公認天花板。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3017520"/>
            <a:ext cx="2377440" cy="2651760"/>
          </a:xfrm>
          <a:prstGeom prst="roundRect">
            <a:avLst/>
          </a:prstGeom>
          <a:solidFill>
            <a:srgbClr val="FCE8E6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02124"/>
                </a:solidFill>
              </a:defRPr>
            </a:pPr>
            <a:r>
              <a:t>🎨 文青老街與煙火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Talat Noi 噠叻仔黑手老宅咖啡，連線 11 月湄南河燈光節煙火！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017520"/>
            <a:ext cx="2377440" cy="2651760"/>
          </a:xfrm>
          <a:prstGeom prst="roundRect">
            <a:avLst/>
          </a:prstGeom>
          <a:solidFill>
            <a:srgbClr val="FEF7E0"/>
          </a:solidFill>
          <a:ln w="19050">
            <a:solidFill>
              <a:srgbClr val="F9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02124"/>
                </a:solidFill>
              </a:defRPr>
            </a:pPr>
            <a:r>
              <a:t>🌐 Google 辦公室特企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BTS 綠線 4 站直通 Phloen Chit 站，刷證帶兄弟參訪喝咖啡、俯瞰曼谷！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017520"/>
            <a:ext cx="2377440" cy="2651760"/>
          </a:xfrm>
          <a:prstGeom prst="roundRect">
            <a:avLst/>
          </a:prstGeom>
          <a:solidFill>
            <a:srgbClr val="E6F4EA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02124"/>
                </a:solidFill>
              </a:defRPr>
            </a:pPr>
            <a:r>
              <a:t>🛺 米其林嘟嘟車巡航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老城區專屬敞篷車免排隊，夜探乃鴻炒河粉、鬼門 Pad Thai 與隱藏酒吧。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02124"/>
                </a:solidFill>
              </a:defRPr>
            </a:pPr>
            <a:r>
              <a:t>🗺️ 曼谷全域地標與相對方位總覽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清楚掌握機場、日航酒店、Google Office、昭披耶河與各大景點空間關係  ｜  曼谷五日男子旅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A73E8"/>
                </a:solidFill>
              </a:defRPr>
            </a:pPr>
            <a:r>
              <a:t>【BTS 蘇坤蔚綠線 核心樞紐軸線】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• 北方端點 ➔ BTS Mo Chit 站：恰圖恰週末市集 / 喬德城堡夜市 (車程 20 分)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• 科技地標 ➔ BTS Phloen Chit 站：Google Thailand Office (Park Ventures 14F) (日航搭車 8 分 (4 站直達))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• 現代潮流 ➔ BTS Phrom Phong 站：EMSPHERE 潮流購物城 (超跑/潮牌) (日航搭車 3 分 (1 站))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• 🏨 核心基地 ➔ BTS Thong Lo 站：曼谷日航酒店 (2F 按摩 Spa) / Mae Varee 芒果飯 (本團大本營)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• 海鮮名店 ➔ BTS Ekkamai 站：Here Hai 喜愛海鮮 (米其林必比登蟹肉飯) (日航車程 4 分)</a:t>
            </a:r>
          </a:p>
          <a:p>
            <a:pPr>
              <a:defRPr b="1" sz="1300">
                <a:solidFill>
                  <a:srgbClr val="EA4335"/>
                </a:solidFill>
              </a:defRPr>
            </a:pPr>
            <a:br/>
            <a:r>
              <a:t>【東西兩翼重要門戶】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• 東方機場門戶 ➔ 蘇凡納布機場 (BKK)：TG633 抵達 / TG634 出發 (距日航約 35-40 分車程)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• 西方水岸古城 ➔ 昭披耶河畔 / 噠叻仔：Talat Noi 文青街 / 燈光節煙火 / 嘟嘟車 (日航搭車約 25-30 分)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• 東南方狂野夜市 ➔ 席娜卡琳火車夜市：巨型老爺車庫 / 骨董露天酒吧 (五六日開) (日航搭車約 30 分)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645920"/>
            <a:ext cx="4327855" cy="4572000"/>
          </a:xfrm>
          <a:prstGeom prst="roundRect">
            <a:avLst/>
          </a:prstGeom>
          <a:solidFill>
            <a:srgbClr val="E8F0FE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A73E8"/>
                </a:solidFill>
              </a:defRPr>
            </a:pPr>
            <a:r>
              <a:t>💡 三個男生的交通戰術指南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1. 住宿選在通羅 (Thong Lo) 是黃金正解！去西邊老城、東邊機場、北邊恰圖恰都在 30 分鐘舒適圈。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2. Google 辦公室就在 BTS 綠線上，去程回程完全免轉線，是旅途絕佳的順路驚喜站。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3. 3 人同行叫 Bolt/Grab 叫車除以三極其便宜，比買 3 張捷運單程票更省錢又舒服。</a:t>
            </a:r>
          </a:p>
          <a:p>
            <a:pPr>
              <a:defRPr sz="1100">
                <a:solidFill>
                  <a:srgbClr val="202124"/>
                </a:solidFill>
              </a:defRPr>
            </a:pPr>
            <a:r>
              <a:t>4. 傍晚 17:00-19:30 素坤逸路塞車尖峰，唯一建議改搭 BTS 綠線避開地獄車陣。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02124"/>
                </a:solidFill>
              </a:defRPr>
            </a:pPr>
            <a:r>
              <a:t>DAY 1：11/13 (五) ｜ 抵達曼谷・解疲勞泰式草本按摩與通羅精釀夜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TG 633 班機 16:50 抵達 ｜ 卸除飛行疲勞、開胃通羅美食  ｜  第 1 天日程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16:50 - 18:30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🛬 降落 BKK ➔ 日航 Check-in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班機準時落地，三人領取行李後直接叫車前往 BTS Thong Lo 旁的曼谷日航酒店。交通時間約 35-40 分鐘。迅速安頓行李。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BTS Thong Lo 站旁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1645920"/>
            <a:ext cx="3456432" cy="4572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19:00 - 21:00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♨️ 飯店 2F：Let's Relax Onsen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下機第一件事：搭電梯上 2 樓！享受頂級頂級泰式草本按摩、桑拿與烤箱，接續 60 分鐘泰式古法草本按摩，疲憊歸零。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日航酒店 2 樓館內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1856" y="1645920"/>
            <a:ext cx="345643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21:30 - 深夜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🍽️ 米其林泰菜 ＆ 通羅潮流小酌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漫步至走路 7 分鐘的米其林推薦【Supanniga Eating Room】享用東部泰菜大餐；深夜至【The Commons】中庭喝精釀啤酒暢聊。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Sukhumvit 55 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02124"/>
                </a:solidFill>
              </a:defRPr>
            </a:pPr>
            <a:r>
              <a:t>DAY 2：11/14 (六) ｜ 噠叻仔文青散策・湄南河光影煙火・火車夜市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友人心願全達成 ｜ 古宅黑手老街 ➔ 昭披耶光影節 ➔ 男人狂熱古董車庫  ｜  第 2 天日程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13:30 - 17:00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🎨 Talat Noi (噠叻仔) 文青老街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探索舊鐵件與機械零件堆砌的壁畫小巷。造訪百年老宅河景咖啡【Hong Sieng Kong 洪成公】，在大榕樹下喝冰手沖放空拍照。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昭披耶河畔 / 華藍蓬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1645920"/>
            <a:ext cx="3456432" cy="4572000"/>
          </a:xfrm>
          <a:prstGeom prst="roundRect">
            <a:avLst/>
          </a:prstGeom>
          <a:solidFill>
            <a:srgbClr val="FEF7E0"/>
          </a:solidFill>
          <a:ln w="19050">
            <a:solidFill>
              <a:srgbClr val="F9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18:00 - 20:30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🎆 湄南河燈光節 (Vijit Chao Phraya)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沿河畔散步至【紀念橋 / 昭披耶河空中公園】。欣賞跨河大橋 3D 雷射光雕，卡位觀賞週末夜間壓軸的璀璨水上煙火！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昭披耶河空中公園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1856" y="1645920"/>
            <a:ext cx="3456432" cy="4572000"/>
          </a:xfrm>
          <a:prstGeom prst="roundRect">
            <a:avLst/>
          </a:prstGeom>
          <a:solidFill>
            <a:srgbClr val="FCE8E6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21:00 - 深夜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🚂 席娜卡琳火車夜市 (Srinakarin)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搭 Grab 前往曼谷最大規模的露天復古夜市！倉庫區擺滿美式老爺車、哈雷機車與古董，戶外 Live 樂團配冰生啤熱炒，男子必訪！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曼谷東南方 (四五六日)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02124"/>
                </a:solidFill>
              </a:defRPr>
            </a:pPr>
            <a:r>
              <a:t>DAY 3：11/15 (日) ｜ 恰圖恰尋寶・Google 曼谷辦公室朝聖・城堡夜市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週末限定市集 ➔ 科技特企探秘 ➔ 巨型火山排骨與百萬天際線  ｜  第 3 天日程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11:00 - 14:30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🛍️ 恰圖恰週末市集 (Chatuchak)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日航豐盛早餐後，搭 BTS 綠線直達 Mo Chit 站。制霸全球最大戶外市集，淘選古著花襯衫、手工皮件、潮流文創與椰子冰淇淋。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BTS Mo Chit 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1645920"/>
            <a:ext cx="3456432" cy="4572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15:30 - 17:30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🌐 Google Thailand Office 探秘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【獨家特企】搭 BTS 4 站至 Phloen Chit。刷員工識別證帶兄弟參訪 Park Ventures 14 樓！朝聖泰式特色辦公區、免費用 Micro-Kitchen 飲料俯瞰高空市景。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BTS Phloen Chit 站 2 號出口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1856" y="1645920"/>
            <a:ext cx="3456432" cy="4572000"/>
          </a:xfrm>
          <a:prstGeom prst="roundRect">
            <a:avLst/>
          </a:prstGeom>
          <a:solidFill>
            <a:srgbClr val="FEF7E0"/>
          </a:solidFill>
          <a:ln w="19050">
            <a:solidFill>
              <a:srgbClr val="F9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18:30 - 22:30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🏰 喬德城堡夜市 ＆ T-One 高空酒吧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晚餐至【JODD FAIRS DanNeramit】在歐風城堡前吃酸辣火山排骨。深夜回飯店旁【T-One Building 46F】鳥瞰曼谷天際線。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BTS Ha Yaek Lat Phrao / Thong 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02124"/>
                </a:solidFill>
              </a:defRPr>
            </a:pPr>
            <a:r>
              <a:t>DAY 4：11/16 (一) ｜ 潮流旗艦 EMSPHERE・米其林嘟嘟車小吃夜飆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現代最新潮城 ➔ 痛風爆量純蟹肉 ➔ 夜風中狂飆老城區米其林老店  ｜  第 4 天日程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12:30 - 15:30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🛍️ EMSPHERE 潮流娛樂城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日航搭 BTS 僅 1 站直達。男生最愛逛的潮流旗艦！設有頂級超跑與重機概念館、潮牌球鞋選品店與全曼谷最狂的室內美食聚落。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BTS Phrom Phong 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1645920"/>
            <a:ext cx="3456432" cy="4572000"/>
          </a:xfrm>
          <a:prstGeom prst="roundRect">
            <a:avLst/>
          </a:prstGeom>
          <a:solidFill>
            <a:srgbClr val="FCE8E6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16:00 - 17:30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🦀 【Here Hai 喜愛海鮮】米其林痛風餐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回飯店旁 Ekkamai，趁下午離峰免排隊直搗黃龍！必點鋪滿金黃大塊蟹肉的「巨無霸蟹肉炒飯」與「黑椒蒜炒皮皮蝦」，爽快分食。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Ekkamai 巷 (日航車程 4 分)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1856" y="1645920"/>
            <a:ext cx="3456432" cy="4572000"/>
          </a:xfrm>
          <a:prstGeom prst="roundRect">
            <a:avLst/>
          </a:prstGeom>
          <a:solidFill>
            <a:srgbClr val="E6F4EA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19:00 - 23:00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🛺 尊榮包車：夜間米其林嘟嘟車巡禮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專屬改裝嘟嘟車在夜色老城狂飆！VIP 免排隊直通【乃鴻酥脆雞肉炒河粉】、【鬼門 Pad Thai 蛋包河粉】與【胡椒豬肚湯】，夜訪無人臥佛寺。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曼谷老城區 / 臥佛寺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02124"/>
                </a:solidFill>
              </a:defRPr>
            </a:pPr>
            <a:r>
              <a:t>DAY 5：11/17 (二) ｜ 奢華朝食・天花板芒果糯米飯・滿載返台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TG 634 班機 12:40 起飛 ｜ 從容退房、外帶點心、準時登機  ｜  第 5 天日程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5643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07:30 - 09:00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🍳 日航最後的朝食享受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悠閒享用日航酒店公認天花板等級的豐盛日料朝食（現做玉子燒、烤魚、精緻漬物與手工烘焙）。悠閒退房並寄存大件行李。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日航酒店 6 樓餐廳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1645920"/>
            <a:ext cx="3456432" cy="4572000"/>
          </a:xfrm>
          <a:prstGeom prst="roundRect">
            <a:avLst/>
          </a:prstGeom>
          <a:solidFill>
            <a:srgbClr val="FEF7E0"/>
          </a:solidFill>
          <a:ln w="19050">
            <a:solidFill>
              <a:srgbClr val="F9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09:10 - 09:30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🥭 【Mae Varee】外帶天花板芒果飯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從日航步行 3 分鐘至 Thong Lo 站 3 號出口。外帶曼谷公認最好吃的三色斑蘭芒果糯米飯，特甜熟芒搭配濃郁椰奶，車上解饞。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BTS Thong Lo 站 3 號出口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1856" y="1645920"/>
            <a:ext cx="3456432" cy="4572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09:30 - 12:40</a:t>
            </a:r>
          </a:p>
          <a:p>
            <a:pPr>
              <a:defRPr b="1" sz="1500">
                <a:solidFill>
                  <a:srgbClr val="202124"/>
                </a:solidFill>
              </a:defRPr>
            </a:pPr>
            <a:r>
              <a:t>✈️ 直奔 BKK 蘇凡納布機場 ➔ 台北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br/>
            <a:r>
              <a:t>搭 Grab 或預約包車直奔機場（約 40 分鐘）。辦理退稅、行李託運與出境檢查，搭乘泰航 TG 634（12:40 起飛），17:20 平安抵達桃園 TPE！</a:t>
            </a:r>
          </a:p>
          <a:p>
            <a:pPr>
              <a:defRPr b="1" sz="1100">
                <a:solidFill>
                  <a:srgbClr val="202124"/>
                </a:solidFill>
              </a:defRPr>
            </a:pPr>
            <a:br/>
            <a:r>
              <a:t>📍 蘇凡納布國際機場 (BKK)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02124"/>
                </a:solidFill>
              </a:defRPr>
            </a:pPr>
            <a:r>
              <a:t>🧰 男子出遊必備神器與通關錦囊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掌握這 4 招，曼谷五天四夜橫著走，省錢、防坑又舒適  ｜  曼谷五日男子旅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02124"/>
                </a:solidFill>
              </a:defRPr>
            </a:pPr>
            <a:r>
              <a:t>🚗 叫車唯一真理：Bolt ＋ Grab 雙修</a:t>
            </a:r>
          </a:p>
          <a:p>
            <a:pPr>
              <a:defRPr sz="1050">
                <a:solidFill>
                  <a:srgbClr val="5F6368"/>
                </a:solidFill>
              </a:defRPr>
            </a:pPr>
            <a:r>
              <a:t>• 三人同行叫車最划算：每人分攤只要幾十泰銖，比 3 個人搭 BTS 還便宜。</a:t>
            </a:r>
          </a:p>
          <a:p>
            <a:pPr>
              <a:defRPr sz="1050">
                <a:solidFill>
                  <a:srgbClr val="5F6368"/>
                </a:solidFill>
              </a:defRPr>
            </a:pPr>
            <a:r>
              <a:t>• 平時優先用 Bolt（車資便宜 20-30%）；趕時間或尖峰用 Grab（接單極快）。</a:t>
            </a:r>
          </a:p>
          <a:p>
            <a:pPr>
              <a:defRPr sz="1050">
                <a:solidFill>
                  <a:srgbClr val="5F6368"/>
                </a:solidFill>
              </a:defRPr>
            </a:pPr>
            <a:r>
              <a:t>• 傍晚 17:00-19:30 素坤逸路塞車尖峰，唯有改搭 BTS 綠線才能避開塞車。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02124"/>
                </a:solidFill>
              </a:defRPr>
            </a:pPr>
            <a:r>
              <a:t>💵 支付與換匯策略</a:t>
            </a:r>
          </a:p>
          <a:p>
            <a:pPr>
              <a:defRPr sz="1050">
                <a:solidFill>
                  <a:srgbClr val="5F6368"/>
                </a:solidFill>
              </a:defRPr>
            </a:pPr>
            <a:r>
              <a:t>• 夜市、小吃攤與嘟嘟車只收現金。出發前或在 BKK 機場 B1 SuperRich 換妥泰銖。</a:t>
            </a:r>
          </a:p>
          <a:p>
            <a:pPr>
              <a:defRPr sz="1050">
                <a:solidFill>
                  <a:srgbClr val="5F6368"/>
                </a:solidFill>
              </a:defRPr>
            </a:pPr>
            <a:r>
              <a:t>• 商場、日航酒店、超商與酒吧直接刷海外高回饋信用卡或 Apple Pay。</a:t>
            </a:r>
          </a:p>
          <a:p>
            <a:pPr>
              <a:defRPr sz="1050">
                <a:solidFill>
                  <a:srgbClr val="5F6368"/>
                </a:solidFill>
              </a:defRPr>
            </a:pPr>
            <a:r>
              <a:t>• 泰式按摩一般給 50-100 銖小費；一般餐廳若含 10% 服務費則不需額外給。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02124"/>
                </a:solidFill>
              </a:defRPr>
            </a:pPr>
            <a:r>
              <a:t>🌐 Google 辦公室參訪須知</a:t>
            </a:r>
          </a:p>
          <a:p>
            <a:pPr>
              <a:defRPr sz="1050">
                <a:solidFill>
                  <a:srgbClr val="5F6368"/>
                </a:solidFill>
              </a:defRPr>
            </a:pPr>
            <a:r>
              <a:t>• 地點：Park Ventures Ecoplex 14 樓 (BTS Phloen Chit 站 2 號出口直達)。</a:t>
            </a:r>
          </a:p>
          <a:p>
            <a:pPr>
              <a:defRPr sz="1050">
                <a:solidFill>
                  <a:srgbClr val="5F6368"/>
                </a:solidFill>
              </a:defRPr>
            </a:pPr>
            <a:r>
              <a:t>• 手續：由你持員工證於 1 樓櫃台為兩位友人登記 Guest Pass，友人需備護照。</a:t>
            </a:r>
          </a:p>
          <a:p>
            <a:pPr>
              <a:defRPr sz="1050">
                <a:solidFill>
                  <a:srgbClr val="5F6368"/>
                </a:solidFill>
              </a:defRPr>
            </a:pPr>
            <a:r>
              <a:t>• 拍照：特色會議室與 Micro-Kitchen 可留影，避免拍到電腦螢幕與工作區。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402336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02124"/>
                </a:solidFill>
              </a:defRPr>
            </a:pPr>
            <a:r>
              <a:t>⚠️ 安全與避坑重點</a:t>
            </a:r>
          </a:p>
          <a:p>
            <a:pPr>
              <a:defRPr sz="1050">
                <a:solidFill>
                  <a:srgbClr val="5F6368"/>
                </a:solidFill>
              </a:defRPr>
            </a:pPr>
            <a:r>
              <a:t>• 路邊嘟嘟車切勿隨意攔截搭乘，容易被開天價或載去珠寶店；以叫車 App 為準。</a:t>
            </a:r>
          </a:p>
          <a:p>
            <a:pPr>
              <a:defRPr sz="1050">
                <a:solidFill>
                  <a:srgbClr val="5F6368"/>
                </a:solidFill>
              </a:defRPr>
            </a:pPr>
            <a:r>
              <a:t>• 曼谷街頭大麻合法但回國檢驗極嚴格，務必留意零食、飲料包裝有無綠色葉片標誌。</a:t>
            </a:r>
          </a:p>
          <a:p>
            <a:pPr>
              <a:defRPr sz="1050">
                <a:solidFill>
                  <a:srgbClr val="5F6368"/>
                </a:solidFill>
              </a:defRPr>
            </a:pPr>
            <a:r>
              <a:t>• 皮夾內隨身放一張「日航酒店泰文地址卡」，回程叫車給司機看最省心。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